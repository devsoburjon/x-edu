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30 soniya yodlangan bo'lsin. Bitta jumla: X-Edu o'quvchining xatosi QAYERDAN boshlanganini topadi. Nom + tagline + jamoa, ortiqcha gap yo'q.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yerda tinglovchi 'ha, bu haqiqiy muammo' desin. O'z maktab tajribangizdan bitta qisqa misol ayting. Raqamga urg'u bering: test 4 ta xatoni ko'rsatadi, 0 ta sababni.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jumla bilan boshlang, keyin uchta ustun. Texnik arxitekturaga o'tmang — u savol-javob uchun. Pastdagi zanjirni barmoq bilan ko'rsatib tushuntiring.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 ko'p ball keltiradigan slayd. Bitta ssenariy bo'ylab yuring: test ishladim → tahlil chiqdi → AI Ustoz o'sha mavzudan tushuntirdi. Jonli demo bo'lsa, zaxira video tayyor tursin.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DIQQAT: raqamlarni pitchdan oldin joriy rasmiy statistikadan tekshiring va manbani aniq ayting. O'ylab topilgan raqam ishonchni darhol yo'qotadi.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Daromad oqimi ikki tomonlama: o'quvchi obunasi va maktab litsenziyasi. Hozircha daromad yo'q — bu gipoteza, shuni ochiq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yerda o'z haqiqiy raqamlaringizni qo'ying: nechta o'quvchi sinab ko'rdi, nechta o'qituvchi bilan gaplashdingiz. Kichik raqam ham bo'sh slayddan yaxshi.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Raqobatchilarni hurmat bilan ko'rsating. 'Bizda raqobatchi yo'q' demang — hozirgi yechim repetitor va qo'lda tekshirish ham raqobatchi.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ESLATMA: bu slaydni o'z jamoangiz bilan to'ldiring. Lavozim emas, o'lchanadigan tajriba yozing: 'CTO' emas, '3 yil frontend, 2 ta ishga tushirilgan mahsulot'.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bosqichda o'lchanadigan maqsad borligiga urg'u bering. Sarmoya yoki mentorlik sizni qaysi nuqtaga olib borishini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Aniq so'rov — ishonchning belgisi. Taqdimotni so'rovni aytmay tugatmang. Hakaton uchun pul emas, resurs va kirish so'rang.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Oxirgi jumlani yodlang — bu yerda improvizatsiya qilinmaydi. Aytib bo'lgach, 'Rahmat, savollaringiz bormi?' deb to'xtang.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1371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 TILIDAGI AI TA'LIM PLATFORMASI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6916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</a:t>
            </a:r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971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Xatoyingizning sababini topadigan platforma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950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7–11-sinf o'quvchilari uchun test xatosining ildiz sababini aniqlab, aynan qaysi mavzuni takrorlash kerakligini ko'rsatadigan AI platforma.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150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Jamoa: [Jamoa nomi]   ·   [ism@email.uz]   ·   [+998 __ ___ __ __]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43800" y="1600200"/>
            <a:ext cx="3657600" cy="3657600"/>
          </a:xfrm>
          <a:prstGeom prst="ellipse">
            <a:avLst/>
          </a:prstGeom>
          <a:solidFill>
            <a:srgbClr val="0B0E22"/>
          </a:solidFill>
          <a:ln w="15875">
            <a:solidFill>
              <a:srgbClr val="2A30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70264" y="3026664"/>
            <a:ext cx="804672" cy="8046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43416" y="1271016"/>
            <a:ext cx="658368" cy="658368"/>
          </a:xfrm>
          <a:prstGeom prst="ellipse">
            <a:avLst/>
          </a:prstGeom>
          <a:solidFill>
            <a:srgbClr val="4338CA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82067" y="2240280"/>
            <a:ext cx="548640" cy="548640"/>
          </a:xfrm>
          <a:prstGeom prst="ellipse">
            <a:avLst/>
          </a:prstGeom>
          <a:solidFill>
            <a:srgbClr val="131735"/>
          </a:solidFill>
          <a:ln w="19050">
            <a:solidFill>
              <a:srgbClr val="3A41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82067" y="4069080"/>
            <a:ext cx="548640" cy="548640"/>
          </a:xfrm>
          <a:prstGeom prst="ellipse">
            <a:avLst/>
          </a:prstGeom>
          <a:solidFill>
            <a:srgbClr val="131735"/>
          </a:solidFill>
          <a:ln w="19050">
            <a:solidFill>
              <a:srgbClr val="3A41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98280" y="4983480"/>
            <a:ext cx="548640" cy="548640"/>
          </a:xfrm>
          <a:prstGeom prst="ellipse">
            <a:avLst/>
          </a:prstGeom>
          <a:solidFill>
            <a:srgbClr val="131735"/>
          </a:solidFill>
          <a:ln w="19050">
            <a:solidFill>
              <a:srgbClr val="3A41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14493" y="4069080"/>
            <a:ext cx="548640" cy="548640"/>
          </a:xfrm>
          <a:prstGeom prst="ellipse">
            <a:avLst/>
          </a:prstGeom>
          <a:solidFill>
            <a:srgbClr val="131735"/>
          </a:solidFill>
          <a:ln w="19050">
            <a:solidFill>
              <a:srgbClr val="3A417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9629" y="2185416"/>
            <a:ext cx="658368" cy="658368"/>
          </a:xfrm>
          <a:prstGeom prst="ellipse">
            <a:avLst/>
          </a:prstGeom>
          <a:solidFill>
            <a:srgbClr val="F87171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2386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ildiz sabab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O'quvchi xato qiladi — lekin nima uchun ekanini bilmaydi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4800600" cy="3383280"/>
          </a:xfrm>
          <a:prstGeom prst="roundRect">
            <a:avLst>
              <a:gd name="adj" fmla="val 2703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2286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«4 ta xato»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bugungi test shuncha ma'lumot beradi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24128" y="3703320"/>
            <a:ext cx="3886200" cy="0"/>
          </a:xfrm>
          <a:prstGeom prst="line">
            <a:avLst/>
          </a:prstGeom>
          <a:noFill/>
          <a:ln w="12700">
            <a:solidFill>
              <a:srgbClr val="242A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4128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ta sabab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4498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qayerdan boshlanganini hech kim aytmaydi.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06440" y="1938528"/>
            <a:ext cx="274320" cy="274320"/>
          </a:xfrm>
          <a:prstGeom prst="ellipse">
            <a:avLst/>
          </a:prstGeom>
          <a:solidFill>
            <a:srgbClr val="2A1220"/>
          </a:solidFill>
          <a:ln w="12700">
            <a:solidFill>
              <a:srgbClr val="5E24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874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 butun bobni qaytadan o'qiydi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203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mavzu bo'sh ekani noma'lum — vaqt behuda ketadi.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2807208"/>
            <a:ext cx="274320" cy="274320"/>
          </a:xfrm>
          <a:prstGeom prst="ellipse">
            <a:avLst/>
          </a:prstGeom>
          <a:solidFill>
            <a:srgbClr val="2A1220"/>
          </a:solidFill>
          <a:ln w="12700">
            <a:solidFill>
              <a:srgbClr val="5E24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743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Oddiy AI chat yordam bera olmaydi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0723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fan dasturini bilmaydi va kechagi xatoni eslamaydi.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06440" y="3675888"/>
            <a:ext cx="274320" cy="274320"/>
          </a:xfrm>
          <a:prstGeom prst="ellipse">
            <a:avLst/>
          </a:prstGeom>
          <a:solidFill>
            <a:srgbClr val="2A1220"/>
          </a:solidFill>
          <a:ln w="12700">
            <a:solidFill>
              <a:srgbClr val="5E243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6118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O'qituvchida 30 ta bolaga vaqt yo'q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39410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o'quvchi bilan alohida tahlil qilish imkonsiz.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806440" y="4544568"/>
            <a:ext cx="274320" cy="274320"/>
          </a:xfrm>
          <a:prstGeom prst="ellipse">
            <a:avLst/>
          </a:prstGeom>
          <a:solidFill>
            <a:srgbClr val="2A1220"/>
          </a:solidFill>
          <a:ln w="12700">
            <a:solidFill>
              <a:srgbClr val="5E243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0644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44805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Natijada qiziqish so'nadi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48097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Tushunmaslik to'planadi, bo'shliq yopilmaydi.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Muammo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Xatoning ildizini topamiz va aniq yo'l ko'rsatamiz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81328"/>
            <a:ext cx="9957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o'quvchi qayerda emas — NEGA qoqilganini aniqlaydi va aynan o'sha mavzudan tushuntiradi.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24871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305409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grafi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343814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Mavzular ro'yxat emas, zanjir. Har bir tushuncha o'zidan oldin kerak bo'lganiga bog'langan.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21488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27448" y="24871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2744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05409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Bog'langan savollar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727448" y="343814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test savoli aniq bitta tushunchaga tegishli — xato qayerdaligi aniq ma'lum.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119872" y="21488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03920" y="24871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0392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05409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Kontekstli AI Ustoz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438144"/>
            <a:ext cx="2734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o'quvchining bilim xaritasini ko'rib turadi va tushuntirishni asosdan boshlaydi.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66928" y="4617720"/>
            <a:ext cx="11055096" cy="1280160"/>
          </a:xfrm>
          <a:prstGeom prst="roundRect">
            <a:avLst>
              <a:gd name="adj" fmla="val 7143"/>
            </a:avLst>
          </a:prstGeom>
          <a:solidFill>
            <a:srgbClr val="10152F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0976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NAMUNA: XATO ZANJIRI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50976" y="5148072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2A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0976" y="5148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Manfiy sonlar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825496" y="51480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209544" y="5148072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09544" y="5148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Daraja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084064" y="51480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68112" y="5148072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68112" y="5148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 ildiz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342632" y="51480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726680" y="5148072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26680" y="5148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 tenglama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829800" y="514807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kvadrat tenglamada xato qildi — ildiz sabab manfiy sonlarda.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Yechim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 · MVP TO'LIQ ISHLAYDI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yopiq halqa: test → tahlil → tushuntirish</a:t>
            </a:r>
            <a:endParaRPr lang="en-US" sz="3200" dirty="0"/>
          </a:p>
        </p:txBody>
      </p:sp>
      <p:pic>
        <p:nvPicPr>
          <p:cNvPr id="5" name="Image 0" descr="C:\Users\user\AppData\Local\Temp\claude\C--Users-user-Desktop-hakaton\93cf3036-4646-4edb-8dfb-dd6dab70e750\scratchpad\shot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3502152" cy="23530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1691640"/>
            <a:ext cx="3502152" cy="2353008"/>
          </a:xfrm>
          <a:prstGeom prst="rect">
            <a:avLst/>
          </a:prstGeom>
          <a:solidFill>
            <a:srgbClr val="0B0E22">
              <a:alpha val="0"/>
            </a:srgbClr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425496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Bilim xaritasi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5841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mavzu bo'yicha o'zlashtirish foizi ko'rinib turadi.</a:t>
            </a:r>
            <a:endParaRPr lang="en-US" sz="1300" dirty="0"/>
          </a:p>
        </p:txBody>
      </p:sp>
      <p:pic>
        <p:nvPicPr>
          <p:cNvPr id="9" name="Image 1" descr="C:\Users\user\AppData\Local\Temp\claude\C--Users-user-Desktop-hakaton\93cf3036-4646-4edb-8dfb-dd6dab70e750\scratchpad\shot-tahl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3502152" cy="235300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43400" y="1691640"/>
            <a:ext cx="3502152" cy="2353008"/>
          </a:xfrm>
          <a:prstGeom prst="rect">
            <a:avLst/>
          </a:prstGeom>
          <a:solidFill>
            <a:srgbClr val="0B0E22">
              <a:alpha val="0"/>
            </a:srgbClr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343400" y="425496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Xato tahlili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343400" y="45841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Sabab, bog'liqlik zanjiri va tavsiya — bitta ekranda.</a:t>
            </a:r>
            <a:endParaRPr lang="en-US" sz="1300" dirty="0"/>
          </a:p>
        </p:txBody>
      </p:sp>
      <p:pic>
        <p:nvPicPr>
          <p:cNvPr id="13" name="Image 2" descr="C:\Users\user\AppData\Local\Temp\claude\C--Users-user-Desktop-hakaton\93cf3036-4646-4edb-8dfb-dd6dab70e750\scratchpad\shot-usto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91640"/>
            <a:ext cx="3502152" cy="23530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119872" y="1691640"/>
            <a:ext cx="3502152" cy="2353008"/>
          </a:xfrm>
          <a:prstGeom prst="rect">
            <a:avLst/>
          </a:prstGeom>
          <a:solidFill>
            <a:srgbClr val="0B0E22">
              <a:alpha val="0"/>
            </a:srgbClr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119872" y="425496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Ustoz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119872" y="45841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 aynan o'sha ildiz mavzudan boshlanadi.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66928" y="5413248"/>
            <a:ext cx="11055096" cy="749808"/>
          </a:xfrm>
          <a:prstGeom prst="roundRect">
            <a:avLst>
              <a:gd name="adj" fmla="val 12195"/>
            </a:avLst>
          </a:prstGeom>
          <a:solidFill>
            <a:srgbClr val="10152F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50976" y="5577840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Halqa yopiq: har bir yangi test tahlilni yangilaydi, tahlil AI Ustozni yo'naltiradi, tushuntirish esa keyingi testda tekshiriladi.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Mahsulot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o'quvchi — potensial foydalanuvchi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28800"/>
            <a:ext cx="4800600" cy="3200400"/>
          </a:xfrm>
          <a:prstGeom prst="roundRect">
            <a:avLst>
              <a:gd name="adj" fmla="val 2857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2212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BIRINCHI YIL MAQSADI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254203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</a:t>
            </a:r>
            <a:endParaRPr lang="en-US" sz="62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657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o'quvchi — erishish mumkin bo'lgan 2,5 mln lik bozorning 2% 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4462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umumta'lim statistikasi, 2024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828800"/>
            <a:ext cx="5815584" cy="960120"/>
          </a:xfrm>
          <a:prstGeom prst="roundRect">
            <a:avLst>
              <a:gd name="adj" fmla="val 9524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44768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44768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 mln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103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umumta'lim maktab o'quvchilari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06440" y="2953512"/>
            <a:ext cx="5815584" cy="960120"/>
          </a:xfrm>
          <a:prstGeom prst="roundRect">
            <a:avLst>
              <a:gd name="adj" fmla="val 9524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768" y="31363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44768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mln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32278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5–11-sinf, internetga muntazam ulangan oilalar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06440" y="4078224"/>
            <a:ext cx="5815584" cy="960120"/>
          </a:xfrm>
          <a:prstGeom prst="roundRect">
            <a:avLst>
              <a:gd name="adj" fmla="val 9524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44768" y="42611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44768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43525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yil — pilot maktablar va organik o'sish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534924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0152F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553212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nuqtasi — maktab: bitta o'qituvchi sinfini olib keladi, sinf ota-onalarni olib keladi. Foydalanuvchi jalb qilish narxi shu bilan past qoladi.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Bozor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obuna + maktab litsenziyasi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81328"/>
            <a:ext cx="9957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daraja jalb qiladi, cheklovga urilgan faol foydalanuvchi Pro ga o'tadi.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9572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A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Bepul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2724912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32918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3657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25296" y="365760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darslar va testlar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39867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9867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Kuniga 3 ta AI tushuntirish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43159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431596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xaritasi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43400" y="214884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1A1A4A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27448" y="239572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o'quvchi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727448" y="2724912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49 000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4727448" y="32918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 / oy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727448" y="3657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01768" y="365760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AI Ustoz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27448" y="39867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001768" y="39867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xato tahlili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727448" y="43159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001768" y="431596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testlar va o'yinlar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119872" y="214884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03920" y="239572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A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2724912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Shartnoma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8503920" y="32918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uchun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3657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365760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paneli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503920" y="39867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778240" y="39867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bo'yicha hisobot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8503920" y="43159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431596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material generatori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66928" y="50292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10152F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0976" y="51937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Jalb qilish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50976" y="5449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pilotlari va o'qituvchilar orqali — nol reklama byudjeti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4379976" y="51937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Ushlab qolish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4379976" y="5449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xaritasi to'lgani sari tashlab ketish qimmatlashadi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7808976" y="51937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O'sish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7808976" y="5449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maktab → butun tuman: tayyor material bazasi qayta ishlatiladi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Biznes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g'oya emas — bugun ishlaydigan mahsulot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28800"/>
            <a:ext cx="2558034" cy="1691640"/>
          </a:xfrm>
          <a:prstGeom prst="roundRect">
            <a:avLst>
              <a:gd name="adj" fmla="val 540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2084832"/>
            <a:ext cx="193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2724912"/>
            <a:ext cx="1936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tayyor: ro'yxatdan o'tishdan xato tahliligacha to'liq halqa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99282" y="1828800"/>
            <a:ext cx="2558034" cy="1691640"/>
          </a:xfrm>
          <a:prstGeom prst="roundRect">
            <a:avLst>
              <a:gd name="adj" fmla="val 540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10178" y="2084832"/>
            <a:ext cx="193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710178" y="2724912"/>
            <a:ext cx="1936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tushunchali bilim grafi — jonli diagnostika dvigateli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31636" y="1828800"/>
            <a:ext cx="2558034" cy="1691640"/>
          </a:xfrm>
          <a:prstGeom prst="roundRect">
            <a:avLst>
              <a:gd name="adj" fmla="val 540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42532" y="2084832"/>
            <a:ext cx="193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542532" y="2724912"/>
            <a:ext cx="1936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turi avtomatik aniqlanadi, shu jumladan shoshqaloqlik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063990" y="1828800"/>
            <a:ext cx="2558034" cy="1691640"/>
          </a:xfrm>
          <a:prstGeom prst="roundRect">
            <a:avLst>
              <a:gd name="adj" fmla="val 540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74886" y="2084832"/>
            <a:ext cx="193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374886" y="2724912"/>
            <a:ext cx="1936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o'tishdan birinchi tahlilgacha ketadigan vaqt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3794760"/>
            <a:ext cx="11055096" cy="2057400"/>
          </a:xfrm>
          <a:prstGeom prst="roundRect">
            <a:avLst>
              <a:gd name="adj" fmla="val 4444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4128" y="4041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Keyingi qadam — dalil to'plash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24128" y="452628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98448" y="4443984"/>
            <a:ext cx="9774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[__] ta maktab, [__] ta o'quvchi bilan 4 haftalik sinov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24128" y="485546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98448" y="4773168"/>
            <a:ext cx="9774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O'lchov: pilotdan oldin va keyin bir xil nazorat ishi natijasi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024128" y="518464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98448" y="5102352"/>
            <a:ext cx="9774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Intervyu: [__] ta o'qituvchi va [__] ta ota-ona bilan suhbat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024128" y="551383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98448" y="5431536"/>
            <a:ext cx="9774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tavsiya etilgan mavzuni takrorlagan o'quvchining natija o'sishi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Traction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RAQOBAT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Tushuntira oladiganlar tashxis qo'ya olmaydi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0" y="3840480"/>
            <a:ext cx="7955280" cy="0"/>
          </a:xfrm>
          <a:prstGeom prst="line">
            <a:avLst/>
          </a:prstGeom>
          <a:noFill/>
          <a:ln w="15875">
            <a:solidFill>
              <a:srgbClr val="343B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5240" y="1828800"/>
            <a:ext cx="0" cy="4023360"/>
          </a:xfrm>
          <a:prstGeom prst="line">
            <a:avLst/>
          </a:prstGeom>
          <a:noFill/>
          <a:ln w="15875">
            <a:solidFill>
              <a:srgbClr val="343B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44968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 chuqurligi ▲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5961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 va fan dasturiga bog'liqlik ▶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77640" y="214884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33672" y="233172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A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Xalqaro adaptiv platformalar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233672" y="2660904"/>
            <a:ext cx="2734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tahlil, lekin o'zbek fan dasturi va tili yo'q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214884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A1A4A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233172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X-Edu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2660904"/>
            <a:ext cx="2734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7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Ildiz sabab tahlili + o'zbek tilidagi kontekstli AI Ustoz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77640" y="42519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33672" y="443484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A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Oddiy AI chat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4233672" y="4764024"/>
            <a:ext cx="2734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Gemini: tushuntiradi, lekin xatoni eslamaydi va dasturni bilmaydi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2519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11312" y="443484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A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Onlayn test saytlari, repetitor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4764024"/>
            <a:ext cx="2734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qo'yadi yoki qimmat — sababni tizimli topmaydi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2148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aynan biz yutamiz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6517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grafi — nusxa olish oson emas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3337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" y="3337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tilidagi metodik kontent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xato ma'lumotga aylanadi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Raqobat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aynan biz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81328"/>
            <a:ext cx="9957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Muammoni kitobdan emas, sinfxonadan bilamiz.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2487168"/>
            <a:ext cx="658368" cy="65836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329184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[Ism Familiya]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36210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CEO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39136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[Masalan: 3 yil o'qituvchilik, 200+ o'quvchi bilan ishlagan]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27448" y="248716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27448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727448" y="329184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[Ism Familiya]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727448" y="36210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 / CTO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727448" y="39136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[Masalan: 4 yil web dasturlash, 3 ta ishga tushirilgan mahsulot]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19872" y="21488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03920" y="2487168"/>
            <a:ext cx="658368" cy="65836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29184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[Ism Familiya]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36210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Metodist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391363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[Masalan: matematika o'qituvchisi, fan dasturi bo'yicha 5 yil tajriba]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4754880"/>
            <a:ext cx="11055096" cy="1005840"/>
          </a:xfrm>
          <a:prstGeom prst="roundRect">
            <a:avLst>
              <a:gd name="adj" fmla="val 9091"/>
            </a:avLst>
          </a:prstGeom>
          <a:solidFill>
            <a:srgbClr val="10152F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" y="495604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Maslahatchilar: [maktab direktori / metodist / IT mentor — ismlarini qo'shing]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950976" y="52852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bitta maktabda birga ishlagan — muammoni tashqaridan emas, ichidan ko'rgan.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Jamoa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YO'L XARITASI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Keyingi 12 oy: matematikadan butun fan dasturigacha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2558034" cy="3794760"/>
          </a:xfrm>
          <a:prstGeom prst="roundRect">
            <a:avLst>
              <a:gd name="adj" fmla="val 357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240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35608" y="2286000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8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oy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34640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547872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33856" y="3456432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maktab, 300 o'quvchi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169664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33856" y="4078224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 7–9-sinf to'liq grafi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4791456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33856" y="4700016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O'lchov: natija o'sishi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99282" y="1874520"/>
            <a:ext cx="2558034" cy="3794760"/>
          </a:xfrm>
          <a:prstGeom prst="roundRect">
            <a:avLst>
              <a:gd name="adj" fmla="val 357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6754" y="2240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6754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67962" y="2286000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8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oy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746754" y="2834640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O'qituvchi paneli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746754" y="3547872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66210" y="3456432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bo'yicha hisobot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746754" y="4169664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66210" y="4078224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→ Pro konversiya testi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746754" y="4791456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66210" y="4700016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5 000 o'quvchi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31636" y="1874520"/>
            <a:ext cx="2558034" cy="3794760"/>
          </a:xfrm>
          <a:prstGeom prst="roundRect">
            <a:avLst>
              <a:gd name="adj" fmla="val 357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79108" y="2240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7910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100316" y="2286000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oy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579108" y="2834640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fanlar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6579108" y="3547872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798564" y="3456432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 va kimyo graflari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79108" y="4169664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98564" y="4078224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579108" y="4791456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98564" y="4700016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20 000 o'quvchi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063990" y="1874520"/>
            <a:ext cx="2558034" cy="3794760"/>
          </a:xfrm>
          <a:prstGeom prst="roundRect">
            <a:avLst>
              <a:gd name="adj" fmla="val 3575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411462" y="2240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411462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932670" y="2286000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oy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9411462" y="2834640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Miqyoslash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9411462" y="3547872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30918" y="3456432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Viloyat darajasidagi shartnoma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9411462" y="4169664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30918" y="4078224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 daromad modeli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9411462" y="4791456"/>
            <a:ext cx="100584" cy="100584"/>
          </a:xfrm>
          <a:prstGeom prst="ellipse">
            <a:avLst/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630918" y="4700016"/>
            <a:ext cx="1643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50 000 o'quvchi</a:t>
            </a:r>
            <a:endParaRPr lang="en-US" sz="125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Yo'l xaritasi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49808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Bizga nima kerak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81328"/>
            <a:ext cx="9957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bizga pul emas — birinchi haqiqiy foydalanuvchilar va ularga yo'l kerak.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194560"/>
            <a:ext cx="6583680" cy="1005840"/>
          </a:xfrm>
          <a:prstGeom prst="roundRect">
            <a:avLst>
              <a:gd name="adj" fmla="val 9091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24871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72768" y="23957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maktablar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572768" y="27249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maktab bilan 4 haftalik sinov — natijani o'lchash uchun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364992"/>
            <a:ext cx="6583680" cy="1005840"/>
          </a:xfrm>
          <a:prstGeom prst="roundRect">
            <a:avLst>
              <a:gd name="adj" fmla="val 9091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36576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72768" y="3566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Metodik mentorlik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1572768" y="38953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dasturiga muvofiqlikni tasdiqlaydigan metodist yordami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4535424"/>
            <a:ext cx="6583680" cy="1005840"/>
          </a:xfrm>
          <a:prstGeom prst="roundRect">
            <a:avLst>
              <a:gd name="adj" fmla="val 9091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48280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72768" y="4736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Texnik resurs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50657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 AI API krediti — 6 oylik ishlash uchun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35240" y="2194560"/>
            <a:ext cx="3995928" cy="2980944"/>
          </a:xfrm>
          <a:prstGeom prst="roundRect">
            <a:avLst>
              <a:gd name="adj" fmla="val 3067"/>
            </a:avLst>
          </a:prstGeom>
          <a:solidFill>
            <a:srgbClr val="131735"/>
          </a:solidFill>
          <a:ln w="12700">
            <a:solidFill>
              <a:srgbClr val="242A5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0100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RESURS TAQSIMOTI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907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2962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va bilim grafi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001000" y="3319272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450"/>
          </a:solidFill>
          <a:ln w="12700">
            <a:solidFill>
              <a:srgbClr val="1E245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01000" y="3319272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0" y="3657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8961120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ishlab chiqish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001000" y="406908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450"/>
          </a:solidFill>
          <a:ln w="12700">
            <a:solidFill>
              <a:srgbClr val="1E24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01000" y="4069080"/>
            <a:ext cx="987552" cy="9144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4407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 operatsion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001000" y="4818888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450"/>
          </a:solidFill>
          <a:ln w="12700">
            <a:solidFill>
              <a:srgbClr val="1E245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01000" y="4818888"/>
            <a:ext cx="658368" cy="91440"/>
          </a:xfrm>
          <a:prstGeom prst="roundRect">
            <a:avLst>
              <a:gd name="adj" fmla="val 50000"/>
            </a:avLst>
          </a:prstGeom>
          <a:solidFill>
            <a:srgbClr val="4A5290"/>
          </a:solidFill>
          <a:ln w="12700">
            <a:solidFill>
              <a:srgbClr val="4A529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X-Edu · So'rov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822960"/>
            <a:ext cx="11055096" cy="5212080"/>
          </a:xfrm>
          <a:prstGeom prst="roundRect">
            <a:avLst>
              <a:gd name="adj" fmla="val 2456"/>
            </a:avLst>
          </a:prstGeom>
          <a:solidFill>
            <a:srgbClr val="1A1550"/>
          </a:solidFill>
          <a:ln w="12700">
            <a:solidFill>
              <a:srgbClr val="2E2A7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89888" y="1463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4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X-EDU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89888" y="1965960"/>
            <a:ext cx="9409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C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 test faqat necha xato qilganingizni aytadi.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389888" y="2697480"/>
            <a:ext cx="9409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X-Edu nega xato qilganingizni aytadi.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1389888" y="3840480"/>
            <a:ext cx="3840480" cy="0"/>
          </a:xfrm>
          <a:prstGeom prst="line">
            <a:avLst/>
          </a:prstGeom>
          <a:noFill/>
          <a:ln w="19050">
            <a:solidFill>
              <a:srgbClr val="5B5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89888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o'quvchi qayerda qoqilayotganini biladigan maktabni quramiz.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89888" y="4937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Rahmat! Savollaringiz?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49926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[Jamoa nomi]   ·   [ism@email.uz]   ·   [+998 __ ___ __ __]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X-Edu — Pitch Deck</dc:title>
  <dc:subject>PptxGenJS Presentation</dc:subject>
  <dc:creator>X-Edu</dc:creator>
  <cp:lastModifiedBy>X-Edu</cp:lastModifiedBy>
  <cp:revision>1</cp:revision>
  <dcterms:created xsi:type="dcterms:W3CDTF">2026-09-19T09:01:25Z</dcterms:created>
  <dcterms:modified xsi:type="dcterms:W3CDTF">2026-09-19T09:01:25Z</dcterms:modified>
</cp:coreProperties>
</file>